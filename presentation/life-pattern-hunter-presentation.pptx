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b18f0094c4f2e" /><Relationship Type="http://schemas.openxmlformats.org/officeDocument/2006/relationships/extended-properties" Target="/docProps/app.xml" Id="R58d461ae1dad4885" /><Relationship Type="http://schemas.openxmlformats.org/officeDocument/2006/relationships/officeDocument" Target="/ppt/presentation.xml" Id="R162ceb2c648f43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32c09229d14441"/>
  </p:sldMasterIdLst>
  <p:notesMasterIdLst>
    <p:notesMasterId xmlns:r="http://schemas.openxmlformats.org/officeDocument/2006/relationships" r:id="R622d7a789a6e4226"/>
  </p:notesMasterIdLst>
  <p:sldIdLst>
    <p:sldId xmlns:r="http://schemas.openxmlformats.org/officeDocument/2006/relationships" id="256" r:id="Rd19c9297685c45a6"/>
    <p:sldId xmlns:r="http://schemas.openxmlformats.org/officeDocument/2006/relationships" id="257" r:id="R8bf50ffdfe594850"/>
    <p:sldId xmlns:r="http://schemas.openxmlformats.org/officeDocument/2006/relationships" id="258" r:id="Rca48a46397764c88"/>
    <p:sldId xmlns:r="http://schemas.openxmlformats.org/officeDocument/2006/relationships" id="259" r:id="Rf3b2ca23603f4e17"/>
    <p:sldId xmlns:r="http://schemas.openxmlformats.org/officeDocument/2006/relationships" id="260" r:id="Rd6be261652144ab4"/>
    <p:sldId xmlns:r="http://schemas.openxmlformats.org/officeDocument/2006/relationships" id="261" r:id="R4c11408bd4ab4ac8"/>
    <p:sldId xmlns:r="http://schemas.openxmlformats.org/officeDocument/2006/relationships" id="262" r:id="Rd86a976c31b94813"/>
    <p:sldId xmlns:r="http://schemas.openxmlformats.org/officeDocument/2006/relationships" id="263" r:id="R288fa749541e4bb4"/>
    <p:sldId xmlns:r="http://schemas.openxmlformats.org/officeDocument/2006/relationships" id="264" r:id="Rd8ff8937877842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2c09229d14441" /><Relationship Type="http://schemas.openxmlformats.org/officeDocument/2006/relationships/theme" Target="/ppt/theme/theme1.xml" Id="Rfaa516df9a66480e" /><Relationship Type="http://schemas.openxmlformats.org/officeDocument/2006/relationships/notesMaster" Target="/ppt/notesMasters/notesMaster1.xml" Id="R622d7a789a6e4226" /><Relationship Type="http://schemas.openxmlformats.org/officeDocument/2006/relationships/presProps" Target="/ppt/presProps.xml" Id="R21a43ad77db145d9" /><Relationship Type="http://schemas.openxmlformats.org/officeDocument/2006/relationships/viewProps" Target="/ppt/viewProps.xml" Id="R2dd7b4c71c664358" /><Relationship Type="http://schemas.openxmlformats.org/officeDocument/2006/relationships/tableStyles" Target="/ppt/tableStyles.xml" Id="R655d061f61da4df5" /><Relationship Type="http://schemas.openxmlformats.org/officeDocument/2006/relationships/slide" Target="/ppt/slides/slide1.xml" Id="Rd19c9297685c45a6" /><Relationship Type="http://schemas.openxmlformats.org/officeDocument/2006/relationships/slide" Target="/ppt/slides/slide2.xml" Id="R8bf50ffdfe594850" /><Relationship Type="http://schemas.openxmlformats.org/officeDocument/2006/relationships/slide" Target="/ppt/slides/slide3.xml" Id="Rca48a46397764c88" /><Relationship Type="http://schemas.openxmlformats.org/officeDocument/2006/relationships/slide" Target="/ppt/slides/slide4.xml" Id="Rf3b2ca23603f4e17" /><Relationship Type="http://schemas.openxmlformats.org/officeDocument/2006/relationships/slide" Target="/ppt/slides/slide5.xml" Id="Rd6be261652144ab4" /><Relationship Type="http://schemas.openxmlformats.org/officeDocument/2006/relationships/slide" Target="/ppt/slides/slide6.xml" Id="R4c11408bd4ab4ac8" /><Relationship Type="http://schemas.openxmlformats.org/officeDocument/2006/relationships/slide" Target="/ppt/slides/slide7.xml" Id="Rd86a976c31b94813" /><Relationship Type="http://schemas.openxmlformats.org/officeDocument/2006/relationships/slide" Target="/ppt/slides/slide8.xml" Id="R288fa749541e4bb4" /><Relationship Type="http://schemas.openxmlformats.org/officeDocument/2006/relationships/slide" Target="/ppt/slides/slide9.xml" Id="Rd8ff8937877842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a11909403a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808ccc7634cb4" /><Relationship Type="http://schemas.openxmlformats.org/officeDocument/2006/relationships/notesMaster" Target="/ppt/notesMasters/notesMaster1.xml" Id="Rd5ef8513e1424e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763fca21754146" /><Relationship Type="http://schemas.openxmlformats.org/officeDocument/2006/relationships/notesMaster" Target="/ppt/notesMasters/notesMaster1.xml" Id="Rc0087ead3d9747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ea923f454a4da7" /><Relationship Type="http://schemas.openxmlformats.org/officeDocument/2006/relationships/notesMaster" Target="/ppt/notesMasters/notesMaster1.xml" Id="R5addb8847262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cea1bc62d04085" /><Relationship Type="http://schemas.openxmlformats.org/officeDocument/2006/relationships/notesMaster" Target="/ppt/notesMasters/notesMaster1.xml" Id="Rfa7e50c812d3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d850a753d04346" /><Relationship Type="http://schemas.openxmlformats.org/officeDocument/2006/relationships/notesMaster" Target="/ppt/notesMasters/notesMaster1.xml" Id="R800fb894d0a6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70add2a47e46c8" /><Relationship Type="http://schemas.openxmlformats.org/officeDocument/2006/relationships/notesMaster" Target="/ppt/notesMasters/notesMaster1.xml" Id="R15526929af3642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53bfb4237846cd" /><Relationship Type="http://schemas.openxmlformats.org/officeDocument/2006/relationships/notesMaster" Target="/ppt/notesMasters/notesMaster1.xml" Id="Rb0c08a0be1e544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d790d1fe443fe" /><Relationship Type="http://schemas.openxmlformats.org/officeDocument/2006/relationships/notesMaster" Target="/ppt/notesMasters/notesMaster1.xml" Id="Rd59125bed798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3ce35feb274243" /><Relationship Type="http://schemas.openxmlformats.org/officeDocument/2006/relationships/notesMaster" Target="/ppt/notesMasters/notesMaster1.xml" Id="Ra9ff9f27cbaa40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5cc47db1a4a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fc8d587675145a9" /><Relationship Type="http://schemas.openxmlformats.org/officeDocument/2006/relationships/slideLayout" Target="/ppt/slideLayouts/slideLayout2.xml" Id="Rc69d143346bf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9d143346bf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434f8a1f54643" /><Relationship Type="http://schemas.openxmlformats.org/officeDocument/2006/relationships/notesSlide" Target="/ppt/notesSlides/notesSlide1.xml" Id="Rc47af836f88940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f82856c69430f" /><Relationship Type="http://schemas.openxmlformats.org/officeDocument/2006/relationships/notesSlide" Target="/ppt/notesSlides/notesSlide2.xml" Id="R519afb6892274e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6699157204af1" /><Relationship Type="http://schemas.openxmlformats.org/officeDocument/2006/relationships/notesSlide" Target="/ppt/notesSlides/notesSlide3.xml" Id="Rd4e86c20069142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b2bd23b994e1c" /><Relationship Type="http://schemas.openxmlformats.org/officeDocument/2006/relationships/notesSlide" Target="/ppt/notesSlides/notesSlide4.xml" Id="Rb3b435ec08614d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c9b78250684422" /><Relationship Type="http://schemas.openxmlformats.org/officeDocument/2006/relationships/notesSlide" Target="/ppt/notesSlides/notesSlide5.xml" Id="Re43b4d605a19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69edcf6b0446d" /><Relationship Type="http://schemas.openxmlformats.org/officeDocument/2006/relationships/notesSlide" Target="/ppt/notesSlides/notesSlide6.xml" Id="R8d2c5dd70fc443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0cbc8940c48ad" /><Relationship Type="http://schemas.openxmlformats.org/officeDocument/2006/relationships/notesSlide" Target="/ppt/notesSlides/notesSlide7.xml" Id="Rbdb196c1561740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cbdfd7f9440da" /><Relationship Type="http://schemas.openxmlformats.org/officeDocument/2006/relationships/notesSlide" Target="/ppt/notesSlides/notesSlide8.xml" Id="R713cb76cf66844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ea0b5662443c6" /><Relationship Type="http://schemas.openxmlformats.org/officeDocument/2006/relationships/notesSlide" Target="/ppt/notesSlides/notesSlide9.xml" Id="Rdbfad325326a45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809EB-037D-4449-8323-2C4341F9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BC93A-8587-4AEF-BF37-97E7F46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AF8BA-8DBA-4E11-AEAA-D6F0C5F9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14F45-0000-46FF-A5B1-5F06D088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Life Pattern Hunter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B05B2-B7BC-42AE-A515-CBF1FB1C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Retrouver une grille initiale probable dans le jeu de la vie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88BD9-9C3A-46A0-9DE8-6905E26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0965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7B1F2-5083-4C9B-9FBA-9B80405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E277-1E1B-4EA4-A000-D8769242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E2DF2-C466-433A-A354-28DA0C3A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A6DF3-3966-43FD-ABB7-984DCC7A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EEABF-3A18-4EBE-B37C-A88DD444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DD5F6-37AA-4DBA-B49D-4A82F5F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8CA09-13A5-4B8E-A1AD-7B31E8D4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0858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16FB3-B46E-48E1-B174-FD81EE4B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DD146-7613-4A6D-8AD1-AD52E3E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DC45B-9E36-40D1-B442-BE94D6B4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ADD6C-FC08-487D-96E7-20C7D246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8F6D4-274A-44A7-8E60-BF66E98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DDD5B-DC57-49C5-9B72-0CF06D04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5EBB-42D8-4C7B-B6FD-8116ED40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485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A2CE9-D2ED-4A92-B627-6C6ACC1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B3485-DFDD-476F-9D44-82DA3DB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C0422-9447-4E41-8E64-0E0E4251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DCEEC-4269-4DB2-9812-0620EFDC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D55B3-9B86-4504-845C-2DE9F96C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708CC-81FE-44C2-9EB0-0BE19C4A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C723B-2FC3-4662-8C2D-3236304B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85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FF157-5B77-42F7-AD02-9A1FF639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472ED-8A06-4243-A602-DD5DAC96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99263-AE59-448B-8A9C-4D82A58D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D604D-61D1-40C7-99F5-99E963F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FD4EDA-B288-4470-8053-B50D9E99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9AB508-845B-4487-9688-BBB6DD5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9C5E3-E1F0-4CA2-8746-2AAE9F47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406DC-869F-49E8-847C-03AA879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D3500E-9955-4E64-BA94-1BB2FA77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6B52D9-FD39-481A-B290-12F4C044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104AC-C43C-4BC0-A342-1FA516B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7F20DF-F17C-48F7-8A6F-26500F6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CA783B-62DC-464B-AB12-D6D077EE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564D2-A214-4A22-8794-2B40DBD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86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51E242-1DA6-4F78-99E9-49CD407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07D772-DF28-447F-8E93-241170F9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1B3C75-71F2-4C31-98E6-B7A06B2C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74D4D0-347D-419B-8BF5-EA3BC224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5A451F-F012-4B89-9D27-82C95FE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0E17B3-8162-4568-8B9F-F7A76A3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4BB03D-4FA6-4B1B-8519-7B01E7DA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861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3E9EF0-E3EA-494C-94E9-7CE654AF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25CD2D-E624-41DF-B1D3-4D770B8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650269-D517-4D67-ABFB-B7105287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B84C01-D628-480C-A8E7-D686491B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7598B6-3A56-475A-AEAE-8779831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846C83-0E52-4715-B985-66A7B14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BB7A12-E618-469B-ABE3-C7A972C4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86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8D937F-07E2-40AF-86DE-6ED4A6A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753C41-F6B9-4B02-8598-B1B9845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6C4AB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76E449-5863-4C01-A8FD-2A089D6D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4193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FEB4EE-CDBF-403D-A9C9-89326A74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2B22CD-8A26-47C4-8043-B4283CC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027A1D-B8C8-4BE4-A93B-548E01D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15235D-ED02-4321-B6CE-C72C9D10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2435CA-1AAB-4DC2-AB14-5D318E5E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F650B0-D19F-49D7-A5DF-FBDB04C9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30FEA5-7FCE-4330-99EE-C94143E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43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2F7A63-07C9-4364-8662-5EC7285D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E3000E-BD4D-40D5-815F-9E2BFEC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B43E2D-F11B-4D6E-9CA1-F42D87A1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400908-A985-4199-901C-EF049CE0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022B8E-B73C-4686-87A0-C34A668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C38E712-3991-401A-9DEA-7A03E81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A66EDA-D6B5-4C2A-B9EC-603D5B64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467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C8A7A2-EEA3-42A0-8BC3-8E4E878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84A0A3-6459-47AA-8A98-A4B6C94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F94BEC-84A4-4237-B26D-7A22759B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81079AB-CD96-450D-8B2E-71BE675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90BE03-9C19-429A-8124-1E542B7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F23A27-1738-4A9F-BD78-E0A2A47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12377A0-6B91-4F1B-8900-3467E16F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790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DCDBD9D-32CB-4903-BDD9-8C41D067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A9849E-314D-4821-BE00-C0495BD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5EC246-977D-4655-AB1B-BA7DA73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F556B7-9B6B-4236-BE0D-C6BCE0C9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049BF30-0945-47DA-A1A7-498B6044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8A5B06-66AE-42CA-BE41-FF0B602A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A04A8C-8906-4586-AC87-3D658756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14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701B3DE-704B-4CCD-81AB-4AB709A8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DCADEB-FD7E-4F47-8B1B-83F3C6A2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685ED1-6BC8-42A4-B482-63B200F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777462-CA2B-4515-AE38-F5F0578B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EC03127-AD90-4043-B1EB-4EFC4552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CF4738-9651-48C1-BCCF-CF94CF62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5FAAE54-4793-4B98-9225-D91F7880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386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39FD2C-9ACA-4F61-86B6-CA8269F7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45FFE26-0183-4325-9444-ACDFF0B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5BBD72-90BE-48F0-B6C4-D67A07C0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C66DF7-728B-4BE7-BCEE-84C5669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6548D26-AE54-4C3C-9842-BACFD848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8E39C60-2432-491A-A968-F4E330A3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257610-B946-4DC9-B6D9-C90F76D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59F00D-C95E-4C48-93F9-585060F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C638A5-2D62-40F4-91F8-E35EFC0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E000EA-4E2D-495F-ACA8-7464D5DA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D37226C-0656-4BFF-A9FA-D60A7CF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724C41-F0C7-43B0-A387-B46E59FC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B5B0A6-44DC-4321-9166-BADC5732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E00B36-CF05-4614-8D12-51F0C15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86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C39D6B-BFE3-47BC-8E37-85711C11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E5544F7-3179-4591-980E-F0C4BCF4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grille initiale ?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238A71-855D-43D3-8D80-6CB3CD7F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578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B2759D0-63DD-4F89-92A1-AB4E314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340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cible apres X generations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77FF225-C77F-4921-B49C-8B7E34A5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Probleme direct : simuler. Probleme inverse : chercher.</a:t>
            </a:r>
          </a:p>
        </p:txBody>
      </p:sp>
    </p:spTree>
    <p:extLst>
      <p:ext uri="{BB962C8B-B14F-4D97-AF65-F5344CB8AC3E}">
        <p14:creationId xmlns:p14="http://schemas.microsoft.com/office/powerpoint/2010/main" val="21401181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90D73-01AB-4E7A-9D76-3333DAE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64644-2151-4984-8FBC-D2683EF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34088-F926-44F6-8CAB-727F9F85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JEU DE LA VIE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9B60A-3DFB-4270-B7F0-E9A5EA07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5CD84-F398-47A2-9525-6798AB6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Une regle locale, un comportement global.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3A2BA-7C4F-4FE8-8FA0-8ABDBB2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2724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D9900-4886-4DFC-A2BA-1FA86C50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2F039-98BB-4610-88AB-5CBD0360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DC239-5B95-4AFD-ABE6-85B85C8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C442A-49B3-4F2E-B30F-C37336F2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38B5A-FCF7-4406-A282-949B34D0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4A759-38EA-4F4D-8B26-669396E3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F03B9-7AEB-44D9-B468-7326F116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189D8-0361-482D-A76F-F9507E4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A4F9F-9AC8-4A1E-882C-9B9BD98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009F4-9C34-4FBE-AD6A-E7465756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1818E-88BA-4162-9B4C-3D79460C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B4E17-9855-454D-B27B-6041416B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A5D86-F4B3-465E-B63D-3ACE4BC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DB5BE-AABD-4BAF-86C1-38C215B9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C8D51-2047-4941-AD92-848FAA97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1960D-771F-4AC2-9E58-220DCD3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0DD56-0B08-414F-819E-25784C11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8463F-D6AC-40AF-BFCB-A9B1DE51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FE710-2FE6-462D-9E43-59D28C0D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1D95B2-ECB0-4EF7-BF2D-3CD8521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86370-9AB3-42F1-9BA9-2C5E479F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95C5C-887B-463E-BEBA-25257259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9FADB-743A-4448-887E-45D5DFF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E5107F-E329-476E-A924-9FABDE6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6EB720-B331-4492-BB75-72AEDAED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EFB078-74A5-452F-B637-50223C4D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16097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E03B6-7BC4-4542-A0C3-77C4F27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433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6C4A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015F6-B869-4A2D-9B7D-1D6162FD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2724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B580FE-DD78-4CE2-8D37-0EE6945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A9553E-3609-40A3-93F1-FC660D26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BB454D-5959-42FC-BE0F-14BE5A4C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600AB9-3393-4C15-AAFE-6ACA0BA2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4CEE5C-FD03-4FA4-BD86-5487FBFC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C5E7E2-E855-4B58-B2F8-09AA27C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56F53B-787A-4A65-B7F6-C1F27E8D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2D4019-A7F8-48ED-A030-337C9835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3B3A3-8C31-474A-8280-4FBF2A5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35FC43-4E42-4C08-98D8-C441645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F3B5A-7B33-47E3-8430-10BC669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3A340-6F55-403D-AA6A-6D6FFA4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0C8B58-A8B1-44D4-A567-6B9A3C4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3711D7-2C05-4795-A585-5CF0DA24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576384-AC7E-46C0-A91F-58EEB1E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9B8345-806C-4384-942D-C44195AE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8E9BC2-3EB5-4CAD-8456-70462FA1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6B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BDC7F0-DB6F-4C25-81EE-B0807F92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C122E2-7DEE-49B2-9D50-011BD1A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82F600-8440-457B-8A93-A4022E2D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A45FF7-8CEC-4041-B830-73BDFA8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9A9E99-32EB-4D82-BB7F-F9359E5D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030051-9AF1-4D5E-AD99-1C0373D3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6E9078-CFCB-4859-AB29-94F5C1D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22E5E6-C82D-4EE6-85EA-35E1E0E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81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BA9690-62E0-4841-93D8-F28438EE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54D9BB-E6B1-4D99-8C78-1714F9F2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t + 1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024EE4-1AA6-4F86-AD39-C39D4C3A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05228C-8016-4B98-8BCF-C9EFA43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86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B3 / S23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5903EB-68D5-47E1-BA0D-95EE2165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Naissance : 3 voisines</a:t>
            </a:r>
          </a:p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Survie : 2 ou 3 voisines</a:t>
            </a:r>
          </a:p>
        </p:txBody>
      </p:sp>
    </p:spTree>
    <p:extLst>
      <p:ext uri="{BB962C8B-B14F-4D97-AF65-F5344CB8AC3E}">
        <p14:creationId xmlns:p14="http://schemas.microsoft.com/office/powerpoint/2010/main" val="1671905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DBF80-3557-4C4C-9091-D18AD64A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D5B24-4E47-46C9-A031-58076E21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B510D-F28F-4E8A-B50B-C78DB6D0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PROBLEME INVERSE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B12CD-7861-4397-8AC4-1632518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8DF33-E305-4326-ABB2-70DE4188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Revenir en arriere n'est pas une operation simple.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7ACB0-A6BF-40C6-B01B-9FB76663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341A4-4364-4A25-A778-14DF756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670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Final connu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7E9FC-C270-44A9-9264-16F65791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33775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dessine par l'utilisateur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616DA-5DFB-4896-97AE-2D8B362A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4A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44CEE-D3D7-4364-953F-BD9015C9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6707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Parents possibles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32C3D-DC28-498E-99E8-7A8026D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337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zero, un ou beaucoup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70EFB-C523-4F64-9AB3-0389001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24305-E77E-4BF0-A325-E9E9BA4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67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Recherche approchee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57AD7-8905-49A9-92F5-0F2110A8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337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on accepte le meilleur trouve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B7888-332E-4516-AD8A-B789CB14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62677-42A9-4C36-8C4F-BE8F705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04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A056B-52CC-40BC-95F5-AD19074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9F40D-0E65-4616-8C54-2B03E3F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04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2C551-AF2B-42B2-9B2D-A33C56BE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 x 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CB942-5C94-4238-9B8E-128A748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576 cellules binaires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9C132-9E20-4931-AB81-65D8F6F0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5484D"/>
                </a:solidFill>
                <a:latin typeface="Aptos Mono"/>
                <a:ea typeface="Aptos Mono"/>
                <a:cs typeface="Aptos Mono"/>
              </a:defRPr>
            </a:pPr>
            <a:r>
              <a:rPr sz="3150" b="1">
                <a:solidFill>
                  <a:srgbClr val="E5484D"/>
                </a:solidFill>
                <a:latin typeface="Aptos Mono"/>
                <a:ea typeface="Aptos Mono"/>
                <a:cs typeface="Aptos Mono"/>
              </a:rPr>
              <a:t>2^576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62224-AE38-44D1-BA20-009458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95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grilles a tester en exhaustif</a:t>
            </a:r>
          </a:p>
        </p:txBody>
      </p:sp>
    </p:spTree>
    <p:extLst>
      <p:ext uri="{BB962C8B-B14F-4D97-AF65-F5344CB8AC3E}">
        <p14:creationId xmlns:p14="http://schemas.microsoft.com/office/powerpoint/2010/main" val="13096390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3EE7E-C5C5-4079-B995-C15703D2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548F7-3FBF-4ACA-AA00-891205EA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453CB-90D9-4EA5-9812-1F407DAD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ALGORITHME GENETIQUE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E8FBC-D3AF-4210-9831-AF7275F0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77D4E-AC94-4195-95D1-F98A570B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Chaque individu est une grille initiale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2104D-3361-42E2-9C09-E36B0445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25149-2255-4F76-B061-DDD7EC15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734F8-DD95-44F5-A2F0-974C7AB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P grilles candidates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6076D-3B33-499E-B30B-1A563D8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28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4A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75425-C51D-42A5-AEB9-41C581E5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71825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0941E-6A4D-4E59-BE45-206ACBD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X generations vers le futur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E4BAC-E80C-47A1-8F5C-DA035A1E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32547-B3C5-4486-ACC0-27515297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71825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0829A-196D-48E9-861B-68BA7FC9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38525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ecart a la cible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47976-0197-4C7D-85D9-3DF8E135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A3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6C442-5D66-4F7A-B515-1D30EAC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71825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Reproduction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BFABA-8370-4413-8062-37129BC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38525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selection, croisement, mutation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4A944-B5E5-4E48-8D0E-2CCDB8C8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891C7-52C1-4E65-A5A4-74268BE5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05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85459-9E1A-4ED3-B093-C1807B67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813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0101A-E096-4604-A0F4-EC922E92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05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B9DA2-BBA6-4C14-AC65-49229833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1375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AD8CA-4F44-4235-9D51-FAEA763F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05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C395A-3E3B-4167-8486-E48A8322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-815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B9010-100C-4147-894A-EFBD3F31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D9D0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05C4C-647E-4086-97A6-640FB64F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904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On ne remonte jamais les regles : on teste des origines en simulant vers l'avant.</a:t>
            </a:r>
          </a:p>
        </p:txBody>
      </p:sp>
    </p:spTree>
    <p:extLst>
      <p:ext uri="{BB962C8B-B14F-4D97-AF65-F5344CB8AC3E}">
        <p14:creationId xmlns:p14="http://schemas.microsoft.com/office/powerpoint/2010/main" val="839289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C1BDF6-52AA-435E-84AC-19FEBFBF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CA37F-AFE3-42C6-BD35-9C8C8DB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275B4-8872-41C8-A4C6-C6FEA31F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FITNESS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DEEBA-1222-4E95-8112-66937FC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9AE8E-DB2D-40D1-9E8F-74C72435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Le score mesure une erreur, pas une recompense.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D91AA-130E-458A-83A4-1C6317B4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faux negatif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3604-D6C1-41E8-B392-EF0D94A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cellule cible manquante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73B9D-6F31-4239-AE6D-8EE501A1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5484D"/>
                </a:solidFill>
                <a:latin typeface="Aptos Mono"/>
                <a:ea typeface="Aptos Mono"/>
                <a:cs typeface="Aptos Mono"/>
              </a:defRPr>
            </a:pPr>
            <a:r>
              <a:rPr sz="4050" b="1">
                <a:solidFill>
                  <a:srgbClr val="E5484D"/>
                </a:solidFill>
                <a:latin typeface="Aptos Mono"/>
                <a:ea typeface="Aptos Mono"/>
                <a:cs typeface="Aptos Mono"/>
              </a:rPr>
              <a:t>x4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D4863-8E6C-4264-82FE-08102F9D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71BFF-527B-49FD-9B41-0E5BAF1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faux positif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2BD0D-B730-4942-938B-9A09B9D5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cellule en trop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AC3C8-D528-456A-9CA1-9A20AA95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67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x1 + 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2A08C-95EF-4609-B7CF-25F50776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95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E7471-35D4-4489-A49D-0F5498D6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tie-break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92787-79B8-42A7-A53D-0019803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grille initiale plus simple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E2149-98F1-463E-95A2-BD59C177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+0.001 / cellule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40275-2897-4525-86A7-479B9ED1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67350"/>
            <a:ext cx="8915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B658D-59C5-4D12-88ED-1C1161E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38800"/>
            <a:ext cx="853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 = erreur_cible + 0.001 * population_initiale</a:t>
            </a:r>
          </a:p>
        </p:txBody>
      </p:sp>
    </p:spTree>
    <p:extLst>
      <p:ext uri="{BB962C8B-B14F-4D97-AF65-F5344CB8AC3E}">
        <p14:creationId xmlns:p14="http://schemas.microsoft.com/office/powerpoint/2010/main" val="5001909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277B4-0E9E-4B72-BC9B-9CCB551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3C8D0-3967-4343-A017-0A40393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76BB2-9895-4BD4-80A2-5ED13896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PSEUDO-CODE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147D7-7076-43C6-8063-9184086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B5304-2324-4D18-8288-192BAE02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boucle tient en trois mouvements : evaluer, garder, recombiner.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064A0-C5FD-45D7-9CBB-2F89868C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952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B322D-63B3-466E-B4AE-16728863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28900"/>
            <a:ext cx="8839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zone &lt;- rectangle autour de la cible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population &lt;- candidats varies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pour generation = 1..G 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evaluer : simuler(candidat, X) puis scorer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ameliorer localement le meilleur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si erreur == 0 : arreter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nouvelle &lt;- elites + injections aleatoires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tant que nouvelle n'est pas pleine 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parents &lt;- tournois(population)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enfant &lt;- croisement(parents)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mutation_guidee(enfant)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population &lt;- uniques(nouvelle)</a:t>
            </a:r>
          </a:p>
        </p:txBody>
      </p:sp>
    </p:spTree>
    <p:extLst>
      <p:ext uri="{BB962C8B-B14F-4D97-AF65-F5344CB8AC3E}">
        <p14:creationId xmlns:p14="http://schemas.microsoft.com/office/powerpoint/2010/main" val="8157007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5ECFF-D92C-4617-8713-E0485D9F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93E2-5EAE-4719-A098-9536A10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09CDC-2778-4013-B011-E6DDEAA9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DETAILS QUI CHANGENT TOUT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B3074-0335-4D94-8FCC-74D078E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F52B9-56AE-400D-963C-0257077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recherche reste genetique, mais elle est guidee.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13A8B-741A-40B7-B17E-8CB5CFA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FE903-6165-4017-A445-E59C5706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432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CFEE8-EDD5-4520-B11C-C25A1CF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rectangle autour de la cible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6102D-F40D-4352-BEB5-5ED7DFBF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4A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6891F-289B-4ACA-946E-361DEC66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432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30E46-3044-4CBD-911B-1FC814A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99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densites et bruits varies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9C716-F09C-4D87-99C4-39A5B5E2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A3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2CB51-47F6-4D4D-890E-A5B165A9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432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CD7AF-73D0-4923-AF9B-4AA74BC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pas deux fois la meme simulation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D513A-C5DB-46E3-BFF3-DE55E70F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46322-502B-49B5-B134-181A6E90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5ACB5-84C2-4F35-A3A0-04DE80C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577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quelques inversions sur le meilleur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B0616-C6D3-4CB3-91F5-671815A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48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32B5E-BF57-4EB0-8DAA-8C63B6A9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9102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Stagnation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E9E22-295D-4580-B6BD-150A41C7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mutation et injection augmentent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F6B11-22FD-4BCD-834A-6D47590E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1752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0A03B-4E51-4869-92F8-459C8A63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3E292-1FBA-488C-9EAF-60758C4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B813D-2AD0-40C4-87AB-6ECD74C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F99B9-9397-4B22-90C8-3E886109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72EC9-42F0-4117-B043-ECFE1627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29C10-3F4E-42F2-94EC-19C6CF2E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E1604-EF47-42BD-B0F2-0C4F9BD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9A101E-F66B-4B59-9ABD-9581F1D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35A584-E8BB-4645-9569-F8BDEEEB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86AF2-C138-49F2-BCD9-D7DEC72B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85A83F-BB00-439D-99DB-D38BE90E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8F1C6-A81A-4A9D-AB5D-391F4D18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EC519-61F8-4153-9C46-B3BF9DB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FA02A2-412D-4121-9692-0318CD9A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0D94CA-E289-4117-A7A8-1E0CC4B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873232-2B30-4A0A-9901-6CE782C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E8E9C4-5085-4C21-8CB3-F396C355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AB6788-961B-47E4-98AB-564AE9D8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8B149-5B97-4206-9206-68C5071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B3CC4D-949D-4175-A1AB-0210AD5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82374E-DF0A-481D-A030-C5C61C5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05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74D5DF-30D3-421D-A3BA-A074155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E46A36-0392-48EC-B77B-F57B2D2C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658691-3157-419A-AD68-9EFB1F06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E6621E-3820-4E31-945D-F1D17F4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359E41-E28C-419B-8FE7-4DB2B6CA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1F9056-30D3-4033-9AA1-863413A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2F6C75-1A5D-460D-9A1A-D106AB3E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10AFC0-FA50-4DA2-AC40-16FB1C8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C1F539-8EFB-4B07-AD20-FC53261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CBC334-C785-4C3D-A563-5834573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2C89E6-7723-4B4E-8CC1-7AC625F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3CA536-9920-47E8-B9AB-4C9F1F3A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D72B31-B32C-47CC-8B53-B0061D4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508A39-F796-40F6-9A0E-C7829B2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62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86F2F6-1E45-46E2-A8F2-D9BA6C7C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CDDFFB-7A19-4BF7-B589-B13E3D8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793C5CD-6253-4B6A-B0C6-1D2794B7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CD985B-A424-4154-9051-F298CC56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6CD061-A87D-46AA-BBEB-58FC8FC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F2458E-FA19-4610-ABBC-2633DBC8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A28607-7CCC-4788-9035-3A733578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91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B45471-66CD-4398-84EB-6BB319C8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712EAB-BF94-45C1-9F4F-F93CBFE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ECA600-DD0E-413E-B325-33CF5641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88C7BB-7105-4C9A-A1E6-E66DBA0E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6D4E07-8F36-4476-8D51-CE48A115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738EF0-171C-469C-AF82-93F71D38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4BC651-721F-4BED-9C12-A2CE6951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19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CFC4B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1AB115-3613-47CF-9C65-C60304D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06033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8BCFE-ADFA-482B-AA4A-C8A5EA11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CFDD8-C195-47D6-81F1-358DBF39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C4CFD-7A87-47A7-A749-4CC8863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COMPLEXITE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65D61-0403-4B29-A221-6EEAD44C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422FE-FEE5-4294-ABC2-D3F4F103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Le cout vient presque entierement des simulations.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BA033-8EC3-4030-8211-D6A0CFD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A05AF-ECC0-4C33-AF61-599688A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simulation : O(X * 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4327E-E345-4520-9BFA-B5E489CE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60B4B-4D83-481E-ACC2-4F28EF6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542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generation : O((P + L) * X * 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A6838-4DFE-4998-B39E-AC89B245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7D455-83B0-4B08-9ACA-7DA31802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recherche : O(G * (P + L) * X * 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6A012-2D88-4FA7-999B-38BF43F3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47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83350-D9B5-403C-B895-B5304B2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cellules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19683-FA4E-44AF-9880-21E01B08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E9272-8286-4AAB-A77A-D6FDD61C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47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C4AB6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6C4AB6"/>
                </a:solidFill>
                <a:latin typeface="Aptos Mono"/>
                <a:ea typeface="Aptos Mono"/>
                <a:cs typeface="Aptos Mono"/>
              </a:rPr>
              <a:t>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32A6D-A8C8-4B24-8366-8024AEF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025B6-2D16-41B1-9C93-2858601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89D38-6A8C-46EF-84AF-F76E76B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47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441FC-13D3-4DAD-8269-A716219A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essais locaux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FC560-1443-4870-9C94-CF53BC97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481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C7BB6-AB95-4C02-9E05-EC3C600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47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A36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0A36B"/>
                </a:solidFill>
                <a:latin typeface="Aptos Mono"/>
                <a:ea typeface="Aptos Mono"/>
                <a:cs typeface="Aptos Mono"/>
              </a:rPr>
              <a:t>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D5F4D-379C-4619-B249-BBC1E2DE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generations 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D96D1-A3EC-4D10-A705-38B802E0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14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DFC90-8F51-4B5A-A1E8-CF1D5A2B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47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484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5484D"/>
                </a:solidFill>
                <a:latin typeface="Aptos Mono"/>
                <a:ea typeface="Aptos Mono"/>
                <a:cs typeface="Aptos Mono"/>
              </a:rPr>
              <a:t>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54B64-51E0-43CE-9409-F0A019CC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steps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B8C6D-E337-4552-B398-A857EA6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81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choisi</a:t>
            </a:r>
          </a:p>
        </p:txBody>
      </p:sp>
    </p:spTree>
    <p:extLst>
      <p:ext uri="{BB962C8B-B14F-4D97-AF65-F5344CB8AC3E}">
        <p14:creationId xmlns:p14="http://schemas.microsoft.com/office/powerpoint/2010/main" val="14279602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CA0D0-518E-4052-87F2-B0BC16F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E6AD9-0B0E-4506-93D6-BA163C04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D281B-B83E-4171-86C2-1D4EB27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665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3C50C-1C5B-4C08-98DF-3FB712E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E7637-7FFF-4E23-A413-4C1BC4F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Meme budget asymptotique, meilleure utilisation de l'information.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D6DDA-068C-41BC-BCFB-C4234AC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48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649BE-66D8-4B04-B063-BC56043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7182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Random brute 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C3D7F-F3B2-4114-92CC-14FA2DEE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385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repart de zero a chaque essai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369C6-0813-40E1-B7A9-F59C711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A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2E6A5-B906-4184-812D-4F7D633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7182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A36B"/>
                </a:solidFill>
                <a:latin typeface="Aptos"/>
                <a:ea typeface="Aptos"/>
                <a:cs typeface="Aptos"/>
              </a:rPr>
              <a:t>Genetique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3535C-8998-4AF0-BA11-1661D583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385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recompose les bons morceaux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5DC73-828C-4CC9-999B-DD62F83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C0527-B913-4023-8329-E15A6B8D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18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5EB75-D4D3-4120-9390-6FF26362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385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65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65C"/>
                </a:solidFill>
                <a:latin typeface="Aptos"/>
                <a:ea typeface="Aptos"/>
                <a:cs typeface="Aptos"/>
              </a:rPr>
              <a:t>cible -&gt; start -&gt; evolution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1481E-3A14-436E-A7C3-8467B633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simulation devient une fonction d'evaluation pour resoudre un probleme inverse.</a:t>
            </a:r>
          </a:p>
        </p:txBody>
      </p:sp>
    </p:spTree>
    <p:extLst>
      <p:ext uri="{BB962C8B-B14F-4D97-AF65-F5344CB8AC3E}">
        <p14:creationId xmlns:p14="http://schemas.microsoft.com/office/powerpoint/2010/main" val="651314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2026-05-05T15:16:30.9650000Z</dcterms:created>
  <dcterms:modified xsi:type="dcterms:W3CDTF">2026-05-05T15:16:30.9650000Z</dcterms:modified>
</coreProperties>
</file>