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f794a51974fcf" /><Relationship Type="http://schemas.openxmlformats.org/officeDocument/2006/relationships/extended-properties" Target="/docProps/app.xml" Id="R2d4cd5807a294937" /><Relationship Type="http://schemas.openxmlformats.org/officeDocument/2006/relationships/officeDocument" Target="/ppt/presentation.xml" Id="R0a4faa79a44c41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4e15cff9442df"/>
  </p:sldMasterIdLst>
  <p:notesMasterIdLst>
    <p:notesMasterId xmlns:r="http://schemas.openxmlformats.org/officeDocument/2006/relationships" r:id="Rbe56b199e3134c55"/>
  </p:notesMasterIdLst>
  <p:sldIdLst>
    <p:sldId xmlns:r="http://schemas.openxmlformats.org/officeDocument/2006/relationships" id="256" r:id="R672e1e78db7e45ad"/>
    <p:sldId xmlns:r="http://schemas.openxmlformats.org/officeDocument/2006/relationships" id="257" r:id="Rcf62e25e22df4954"/>
    <p:sldId xmlns:r="http://schemas.openxmlformats.org/officeDocument/2006/relationships" id="258" r:id="R566f46ba45034186"/>
    <p:sldId xmlns:r="http://schemas.openxmlformats.org/officeDocument/2006/relationships" id="259" r:id="R15357e9a7b6c4fd6"/>
    <p:sldId xmlns:r="http://schemas.openxmlformats.org/officeDocument/2006/relationships" id="260" r:id="Ra497dc76126849b5"/>
    <p:sldId xmlns:r="http://schemas.openxmlformats.org/officeDocument/2006/relationships" id="261" r:id="Rd20c589ded66495c"/>
    <p:sldId xmlns:r="http://schemas.openxmlformats.org/officeDocument/2006/relationships" id="262" r:id="Re442ee5008b8445c"/>
    <p:sldId xmlns:r="http://schemas.openxmlformats.org/officeDocument/2006/relationships" id="263" r:id="R1f60c0bacdfa43c9"/>
    <p:sldId xmlns:r="http://schemas.openxmlformats.org/officeDocument/2006/relationships" id="264" r:id="R66611ee666d349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4e15cff9442df" /><Relationship Type="http://schemas.openxmlformats.org/officeDocument/2006/relationships/theme" Target="/ppt/theme/theme1.xml" Id="R0fa4cef2827345a5" /><Relationship Type="http://schemas.openxmlformats.org/officeDocument/2006/relationships/notesMaster" Target="/ppt/notesMasters/notesMaster1.xml" Id="Rbe56b199e3134c55" /><Relationship Type="http://schemas.openxmlformats.org/officeDocument/2006/relationships/presProps" Target="/ppt/presProps.xml" Id="Rfca9669a47dc4e4d" /><Relationship Type="http://schemas.openxmlformats.org/officeDocument/2006/relationships/viewProps" Target="/ppt/viewProps.xml" Id="R75e4180445bc403a" /><Relationship Type="http://schemas.openxmlformats.org/officeDocument/2006/relationships/tableStyles" Target="/ppt/tableStyles.xml" Id="R92b9f64ce7044711" /><Relationship Type="http://schemas.openxmlformats.org/officeDocument/2006/relationships/slide" Target="/ppt/slides/slide1.xml" Id="R672e1e78db7e45ad" /><Relationship Type="http://schemas.openxmlformats.org/officeDocument/2006/relationships/slide" Target="/ppt/slides/slide2.xml" Id="Rcf62e25e22df4954" /><Relationship Type="http://schemas.openxmlformats.org/officeDocument/2006/relationships/slide" Target="/ppt/slides/slide3.xml" Id="R566f46ba45034186" /><Relationship Type="http://schemas.openxmlformats.org/officeDocument/2006/relationships/slide" Target="/ppt/slides/slide4.xml" Id="R15357e9a7b6c4fd6" /><Relationship Type="http://schemas.openxmlformats.org/officeDocument/2006/relationships/slide" Target="/ppt/slides/slide5.xml" Id="Ra497dc76126849b5" /><Relationship Type="http://schemas.openxmlformats.org/officeDocument/2006/relationships/slide" Target="/ppt/slides/slide6.xml" Id="Rd20c589ded66495c" /><Relationship Type="http://schemas.openxmlformats.org/officeDocument/2006/relationships/slide" Target="/ppt/slides/slide7.xml" Id="Re442ee5008b8445c" /><Relationship Type="http://schemas.openxmlformats.org/officeDocument/2006/relationships/slide" Target="/ppt/slides/slide8.xml" Id="R1f60c0bacdfa43c9" /><Relationship Type="http://schemas.openxmlformats.org/officeDocument/2006/relationships/slide" Target="/ppt/slides/slide9.xml" Id="R66611ee666d349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c588952204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c041b3d674e2a" /><Relationship Type="http://schemas.openxmlformats.org/officeDocument/2006/relationships/notesMaster" Target="/ppt/notesMasters/notesMaster1.xml" Id="R9235cb910c6e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bff1ad6a724356" /><Relationship Type="http://schemas.openxmlformats.org/officeDocument/2006/relationships/notesMaster" Target="/ppt/notesMasters/notesMaster1.xml" Id="Raef60da46bb440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9f517bf4494a57" /><Relationship Type="http://schemas.openxmlformats.org/officeDocument/2006/relationships/notesMaster" Target="/ppt/notesMasters/notesMaster1.xml" Id="R271fd972da2b48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cf33aae0ad465c" /><Relationship Type="http://schemas.openxmlformats.org/officeDocument/2006/relationships/notesMaster" Target="/ppt/notesMasters/notesMaster1.xml" Id="Rb7872ab704f6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0d1df45f49495e" /><Relationship Type="http://schemas.openxmlformats.org/officeDocument/2006/relationships/notesMaster" Target="/ppt/notesMasters/notesMaster1.xml" Id="R85bc2973d4dd45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c56ad9e07e4206" /><Relationship Type="http://schemas.openxmlformats.org/officeDocument/2006/relationships/notesMaster" Target="/ppt/notesMasters/notesMaster1.xml" Id="R4553df8ac7ad40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b05188a6d94f67" /><Relationship Type="http://schemas.openxmlformats.org/officeDocument/2006/relationships/notesMaster" Target="/ppt/notesMasters/notesMaster1.xml" Id="Ra835284f976c4a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65d4793d3542b5" /><Relationship Type="http://schemas.openxmlformats.org/officeDocument/2006/relationships/notesMaster" Target="/ppt/notesMasters/notesMaster1.xml" Id="Rbafd6234cba14c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04d6721263467b" /><Relationship Type="http://schemas.openxmlformats.org/officeDocument/2006/relationships/notesMaster" Target="/ppt/notesMasters/notesMaster1.xml" Id="R9ec788e46b004d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3c12f068f47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deecda1f2c944ef" /><Relationship Type="http://schemas.openxmlformats.org/officeDocument/2006/relationships/slideLayout" Target="/ppt/slideLayouts/slideLayout2.xml" Id="R0ab9b0e5d4394f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9b0e5d4394f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f3124b96944a50" /><Relationship Type="http://schemas.openxmlformats.org/officeDocument/2006/relationships/notesSlide" Target="/ppt/notesSlides/notesSlide1.xml" Id="R1bd3e4457e4c44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6ca68ce684e6d" /><Relationship Type="http://schemas.openxmlformats.org/officeDocument/2006/relationships/notesSlide" Target="/ppt/notesSlides/notesSlide2.xml" Id="R9a59bb9dd34c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7ef1e016a54f60" /><Relationship Type="http://schemas.openxmlformats.org/officeDocument/2006/relationships/notesSlide" Target="/ppt/notesSlides/notesSlide3.xml" Id="Rdd3820f13336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8fc1a4522c454c" /><Relationship Type="http://schemas.openxmlformats.org/officeDocument/2006/relationships/notesSlide" Target="/ppt/notesSlides/notesSlide4.xml" Id="R51ebbc73628541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b99f8efc0a4fbf" /><Relationship Type="http://schemas.openxmlformats.org/officeDocument/2006/relationships/notesSlide" Target="/ppt/notesSlides/notesSlide5.xml" Id="Rab5edd543dd54a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c7cb9cd25e458a" /><Relationship Type="http://schemas.openxmlformats.org/officeDocument/2006/relationships/notesSlide" Target="/ppt/notesSlides/notesSlide6.xml" Id="R16d92824077b48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8e4e4ac7f447a" /><Relationship Type="http://schemas.openxmlformats.org/officeDocument/2006/relationships/notesSlide" Target="/ppt/notesSlides/notesSlide7.xml" Id="Rc8bec7447e9643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b60051dee4d39" /><Relationship Type="http://schemas.openxmlformats.org/officeDocument/2006/relationships/notesSlide" Target="/ppt/notesSlides/notesSlide8.xml" Id="R947546b39bbb46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af375572034e4d" /><Relationship Type="http://schemas.openxmlformats.org/officeDocument/2006/relationships/notesSlide" Target="/ppt/notesSlides/notesSlide9.xml" Id="R342020c73fc242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353D4-6BD5-4B4C-88C4-92DB0AEF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C86A0-19D1-4E3E-980C-FC6DA523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FD448-9F06-44BD-9DE8-D9FC1495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E86B-9B20-4415-91BD-A4EAEFE0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Life Pattern Hunter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A225A-5D0C-4333-95F6-E228FFA2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Chercher une grille initiale qui évolue vers une cible dessinée.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7FD6D-E2FA-4917-A066-9E3A7E4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Direct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B52A7-2AF0-4BE8-BDC6-22492736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simuler les règles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BAB6C-466D-4F3C-B3E9-35E11D6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C4AB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6C4AB6"/>
                </a:solidFill>
                <a:latin typeface="Aptos Display"/>
                <a:ea typeface="Aptos Display"/>
                <a:cs typeface="Aptos Display"/>
              </a:rPr>
              <a:t>Inverse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2C494-65F5-4CAC-9A30-1D15501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10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chercher une origine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07096-7CB2-46D4-AB95-2334644C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33450"/>
            <a:ext cx="3038475" cy="303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3DE2A-AAB0-4A02-A674-8B82F4D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10BBC-ED82-4BC7-A4EE-DA1D626E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668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A0C71-FB65-48FE-9603-7FB2DB63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0668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26A7B-6BFE-4A28-83F5-32636F29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0668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9D9F5-08DE-43B3-8BE2-E800164D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0668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8FCD5-AD57-4321-BED2-B2C661A4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668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0DE86-CB02-40FC-A7E8-9DA5A39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0668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F0F29-099F-4880-91C1-88520BB2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668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A1675-C15C-49C6-9DA7-CB063321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38813-01DC-448C-81EB-081D8396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238D2-9AB5-4DE5-91C4-83FC9D73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668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D32D8-0512-45AC-A4D5-9C105579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668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83EA6-606C-41B3-8178-F400400C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668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14BF0-7BB9-4369-969B-5FA8661A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668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6F44B-5681-4507-A985-7F8F1499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F95E4-809C-4B4D-A4C8-3F25256D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3C1C49-44B0-44F1-9981-29A8E49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AD8A1-E9C2-4291-B973-498C5D5A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9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FF747F-4028-490D-93D5-51C52E78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669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243293-8B65-443E-BCC0-317C708E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A3243-5F5A-4FDB-A0C1-2B2DE78C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669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F2891-E2FF-4ECF-898F-013CAC66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C4121A-D727-4CAC-81B9-698A6503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1A4424-1290-4144-88F6-53BE361A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FDD8D5-D259-42DF-83F3-F4BFC69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ACB77F-7E94-4FA6-8E1A-5AF432CD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09D7E0-04F5-44FE-A18E-54007B6A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786561-20F8-45D7-A6CD-72A79C44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66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581E13-9408-466A-9C2A-9D97C478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28FA42-637E-4BD4-942D-76E67A92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D1874B-67B4-4966-B55A-6D90BAC2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A61B3D-0D2D-42DF-889D-092BE24D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2B76BE-EFBF-4D47-B670-5EFE2ED3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66494-DD41-4980-9E12-7A639D02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B9A8CB-BB19-48BD-826E-FE40CF20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BF5FA6-CE54-40DB-B8E6-BFE0B171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AE5685-6DE3-45E3-91D9-1744B754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404AA6-8A13-47F9-ABAE-E1AFBEA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FB8830-C429-4C38-9EC6-5758AA9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32AA70-2EEF-4D77-AE12-A6AED89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67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A73396-D7D9-4145-9340-54E6AF66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F2EA59-9BB1-4B3A-90E1-AD7FD3B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6CABF0-236E-4E6D-9427-2B3B759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DD446A-10CF-48C8-9780-C13D297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615A98-0470-4C1F-8671-B39052D6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335DF1-C353-42B4-A2C4-133BD6CE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F810CE-AA84-4038-BF9E-F803AB0E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A081E3-1F99-42A0-93DB-74FA5F82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67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A4A0EA-A262-429D-8878-B6F3BF95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BBD2E6-B628-4705-B2D9-66DBAAAC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767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876C82-7D10-48E6-A5E4-82844F7F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005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6C4AB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8F772E-78B8-4CAA-BAC8-CFB6C1B8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2438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A3DF15-7F5C-4DE0-8320-4A12BBFA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35B5E9-66A6-4CAD-A9E5-AE9D3D8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D68EA0-6D10-42B8-ACA9-F0779F50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8EA692-26D6-4FA6-B0EE-355797E8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F20484-1AA0-4D0D-A0DE-987A424E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F4CCAD-2EA0-4743-BFC3-1E7646BF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906337-9D05-4AD5-8A22-FB40D87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18ABC9B-EA61-4F06-9DCC-79FEDB4B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FC5494-ACB7-4AEB-A0D8-4B40F91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1974E3-91AA-4C19-866D-C63A5545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7E6EE2-93D6-4EF6-896E-1017C791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A754F9-1862-4DDF-B893-200C1B20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BF4265-0868-4142-86DD-B23F2127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52B645-62B3-4CF3-9C46-F1A00B7D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4F0A16-9777-41F8-8810-63E5C4EE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4F6CE66-C227-4B11-A270-F9458D83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4D8713-18BD-463B-9150-779C2E84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2CABFE-D7CC-4112-99B2-475C8108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F555250-F0A9-477B-993E-4DFBC35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D38B35-1921-40BF-B57C-3B83A125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9F3429-7F68-4990-B52A-0D63DE25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818F21D-D080-4F91-B4A7-29ADD76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81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63E543-8C9B-43EF-9A94-7EDA30B1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81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B92C7A-F1EB-406F-B07E-EC2485D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81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DECB964-2E8A-4958-ACCC-DE8F9369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181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971324-278A-472C-AC6A-7FD1D6F3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181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3912462-E4A2-4698-89C3-450AFF02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81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1B81B7-1B2C-4C34-A2F1-7B5FCA5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81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6552802-960A-4A7E-8730-7318858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62F6BB-4EE9-4C89-98B0-8BDE735D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F4C3E7-5893-4661-89E5-9CA79CBD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2201ACD-FE30-4577-86A7-9C76A55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48D7FA-32F2-4A9D-AC66-5E85AF73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D381A8F-A030-4D79-990D-1F35ECD6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43DFBB-88AA-48D9-B53C-348BC46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B3E6E4A-5066-4540-8A22-2A07689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10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828FEA0-4FAE-4931-B6FF-F9ED63A1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EE2044-42B2-4195-829A-2D36D749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10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0356A11-A8DB-4316-8B82-6286FDC0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810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109734F-516B-4E5A-BC65-31F099C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810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17A92FF-1BF3-41E7-B759-EFB4E27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810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CC9ECD1-30E6-4C3F-86C4-7DEBFF8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10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6DD55EA-74FA-4D0C-9816-7F355DC6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24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E838954-2892-4410-8B6D-AAF21A0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24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EB1B50C-12D4-4BE4-AEA3-A43D7BB0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24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4C130B6-AF2C-45E6-BBAD-FB5625F1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124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3496E8-5BB0-4F4B-8DF0-8561F6C6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124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539EE-C2B6-4B4C-9161-BF1B24E1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24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38026FC-98E0-41EE-9C2D-BB8FCA3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24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BAA0FF2-E545-4708-818D-806BA5A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origine candidate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301D7EA-F599-48A5-8DF2-8AAADFD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676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cible après X générations</a:t>
            </a:r>
          </a:p>
        </p:txBody>
      </p:sp>
    </p:spTree>
    <p:extLst>
      <p:ext uri="{BB962C8B-B14F-4D97-AF65-F5344CB8AC3E}">
        <p14:creationId xmlns:p14="http://schemas.microsoft.com/office/powerpoint/2010/main" val="1585220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98F8C-7419-4CCC-BA01-56D5A70A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0EEB6-EA65-4F12-B83D-034D09F3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47C2C-CCDD-411B-8D5B-3964AB4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JEU DE LA VIE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EFBA5-2FBC-4E88-97B8-8B751612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FE8CF-5E57-44A1-9001-0E69CA0A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00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Une règle locale, un comportement global.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1EC20-636C-4F29-8D11-76BDA083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146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71905-02BF-46FC-AE8F-AB6242E0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4CF72-B1E2-49A8-808D-49D7DCDD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4C341-C9B7-4839-90AF-19FFCEB6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74108-00C8-4DF4-A5B8-6C071A4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A59EA-10ED-4024-AD2E-D36F8AE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21B32-1767-446E-8790-B772780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B50A9-769A-4BDA-B68D-3EC4B70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407F7-58FD-4BAE-8403-E2A830C8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FF168-E940-4CD0-9D85-75539A4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DC71E-E874-4638-9C0B-1A7379A1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02D93-0B6A-4520-9805-0A9D130A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07B22-33E8-4EDE-8F35-C5513C6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4EC37-67D4-47B0-8574-3DB77CF0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29349-B496-443D-AB5B-E169D07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8E476-F98C-4942-9B21-B53FD70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9DB8B-2DDA-4E38-9591-B903230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AE6AB-FEB1-4C6E-B2E4-F86E3FBD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B225A-507E-45EF-9C01-7E9BBC84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120E5-65A8-4C90-B61F-123FBB6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C5603-6F5B-4B78-9972-1BA62D77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B3333-919E-4D9E-BF76-5451C47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BB3778-5B13-4B33-A6A8-D4E4444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D61C1-1205-4BA8-AFE3-0FECDD94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CD189-3E71-4989-B084-917462D6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456F0-A80F-4804-A6BD-3A59B5C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897CB8-FE7D-44A9-B232-F7F9FED9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11BB7-72BE-47F9-B175-5EBDE87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201AC-F55A-46BE-8B9F-BB956195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A73A18-7D8D-4875-8C7B-AB85E100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92FAA5-E08A-4558-9FD5-880B28F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078570-E069-4DF6-BB07-6CCE0CF3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0833EB-0A30-4B61-8435-57A93881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6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664476-32FB-4BAA-9602-ED2EDABE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AF8ED2-59FA-4D73-8D56-65374CB2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6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8FAC6D-F8D1-4F9B-B525-AA5F75D6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2DCADA-DF60-44CA-A598-F668294A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33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1E7B71-52E2-490F-9991-2BF33A9D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1CFB48-CFDB-46F9-A002-B70317C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6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F0AE7E-7312-47A0-AEB0-AC4EBC5C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6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F28E34-2090-47F8-B2A1-FBE6BD80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A0331D-3B4A-4D83-BD00-671B803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693923-D982-43EB-98F3-9E8686BE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6414FB-FB3D-4A3C-8C17-3A871AD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6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4D5EF0-FBE7-4E7E-984F-23CF05D6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3BD296-9622-48EA-B265-3010A4A8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169DAD-2C0A-475E-8B8B-6AA974CF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05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43F443-4722-4598-93AD-93076754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649D03-E452-40EA-BC8E-8B22E85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EC1CC4-A683-41DA-9138-6D466BC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0B82D4-176D-4857-8569-7EA277F6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F74D29-BEF1-4D27-BDA4-2C442150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F8171D-E239-4E6E-B76C-E883683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2019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E514EC-B9EB-4926-A939-A208D20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6C4AB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C47D58-9241-40C3-8BB4-236DBC8B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23F13C-4989-42A5-B519-2916E3AD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9A6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9A66"/>
                </a:solidFill>
                <a:latin typeface="Aptos"/>
                <a:ea typeface="Aptos"/>
                <a:cs typeface="Aptos"/>
              </a:rPr>
              <a:t>t + 1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3B4583-4BC0-4931-8D7D-1F29817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000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E4BA39-5510-42FF-B42E-F8CE57B4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171717"/>
                </a:solidFill>
                <a:latin typeface="Aptos Mono"/>
                <a:ea typeface="Aptos Mono"/>
                <a:cs typeface="Aptos Mono"/>
              </a:rPr>
              <a:t>B3 / S23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20519A-A8D0-4C23-AD4A-1805537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38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A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9A66"/>
                </a:solidFill>
                <a:latin typeface="Aptos"/>
                <a:ea typeface="Aptos"/>
                <a:cs typeface="Aptos"/>
              </a:rPr>
              <a:t>Naissance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A0607F-DCF9-4E07-8716-FC0D860F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exactement 3 voisines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E7F97F-4CF3-4904-BA61-767CC1D5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05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Survie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58E156-1E3B-42B8-97EF-982A675A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2 ou 3 voisines</a:t>
            </a:r>
          </a:p>
        </p:txBody>
      </p:sp>
    </p:spTree>
    <p:extLst>
      <p:ext uri="{BB962C8B-B14F-4D97-AF65-F5344CB8AC3E}">
        <p14:creationId xmlns:p14="http://schemas.microsoft.com/office/powerpoint/2010/main" val="13861757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1C06E-4349-47CF-BCAC-EC1029D2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D976E-E2FF-456B-907D-EE3538A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1BCF2-BFB7-4BEB-9622-9B023741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PROBLÈME INVERSE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960CE-3E9B-4A80-A310-516271B9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262F1-88F2-45D3-A863-62AA6FF4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Revenir en arrière n'est pas une opération simple.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183DE-3E3A-4452-BB0D-6D06C2D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Une cible peut avoir plusieurs parents, aucun parent, ou des parents très différents.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E2D10-9EFA-47F3-82D8-0FE65C7F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28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76B85-15FB-48D8-8389-CBC21224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Cible connue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AFEE2-7096-4746-B57A-7A34207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2085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dessinée dans l'interface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135AF-298E-4598-931A-1072DF57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2428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4A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48FB0-0CB9-4590-BF81-C6BD1C81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Parents possibles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E6435-6547-4BDF-9AB6-98FDF087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52825"/>
            <a:ext cx="2085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ambigus ou inexistants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E68D4-C96A-485E-84DE-B1E3F570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05150"/>
            <a:ext cx="2428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37D1E-7324-46E5-B71B-BF35C82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Recherche guidée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463F3-8F70-4682-99D6-006FC6C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2085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on garde le meilleur trouvé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F0A04-F6FA-48F0-BCBB-BD758CE3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956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31E95-136A-4936-BFC2-1317995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194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DDD5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C415E-565F-4FB9-A154-E4CAF3BF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956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02D91-BD02-4CF4-AFB9-855C20F7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194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DDD5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6ACC3-D82C-43A3-8340-692DA616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72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24 x 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5E081-8C70-4597-8E1A-BE45C5A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245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576 cellules binaires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ACC78-5916-450A-8CEC-6CF61C16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3D4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C3D4A"/>
                </a:solidFill>
                <a:latin typeface="Aptos Display"/>
                <a:ea typeface="Aptos Display"/>
                <a:cs typeface="Aptos Display"/>
              </a:rPr>
              <a:t>2^576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C0206-4613-48D2-AFEB-CF2FCAF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exhaustif impossible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6AC64-2422-4963-ABE8-B37B261F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9A6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59A66"/>
                </a:solidFill>
                <a:latin typeface="Aptos Display"/>
                <a:ea typeface="Aptos Display"/>
                <a:cs typeface="Aptos Display"/>
              </a:rPr>
              <a:t>approx.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4BF56-5DA0-4AE9-8EE1-3672E367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bonne solution, pas garantie optimale</a:t>
            </a:r>
          </a:p>
        </p:txBody>
      </p:sp>
    </p:spTree>
    <p:extLst>
      <p:ext uri="{BB962C8B-B14F-4D97-AF65-F5344CB8AC3E}">
        <p14:creationId xmlns:p14="http://schemas.microsoft.com/office/powerpoint/2010/main" val="231045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7FF749-BEB6-40FD-ADF9-142364C5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3B087-4480-465B-8CE5-B0A64D4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F40D-39D4-441A-96DB-2024AD1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ALGORITHME GÉNÉTIQUE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41246-F0CF-4338-8918-D6991C28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9553F-8B03-4B72-8A0F-F9C954D0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38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Chaque individu est une grille initiale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BE92A-BE09-4B8F-BB47-47ED9A53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B2E-19C1-42DF-8AF1-333E4B2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00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D3DAA-C1DD-4795-B25B-7619C47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1472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P grilles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1B8F3-00CD-4547-A4B0-FCC3D1E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4A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5B57F-DCFD-4C95-9181-CADDBB5D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00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Simulation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3F90D-7C6E-4B29-AB20-300C680A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1472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X générations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5923E-7912-4425-89D9-B7C31C4B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670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19050">
            <a:solidFill>
              <a:srgbClr val="E5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1739A-E75C-4F61-96D7-EA499988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00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8A00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07697-7CD5-47C2-9056-BE5BC74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1472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écart à la cible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65656-DCF1-4BA9-9033-C17D3E6C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670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9050">
            <a:solidFill>
              <a:srgbClr val="159A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024A8-277C-455E-909E-4EDE1936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004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A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9A66"/>
                </a:solidFill>
                <a:latin typeface="Aptos"/>
                <a:ea typeface="Aptos"/>
                <a:cs typeface="Aptos"/>
              </a:rPr>
              <a:t>Reproduction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FA945-33E9-40C9-B73E-C2F46C11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1472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sélection + variation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BD3F9-AACF-420F-9060-C1407D73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757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85255-FAE8-4AE4-A6CA-93BAB788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81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DDD5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B1F19-DA09-4093-B35F-81D16F59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5757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F4436-6348-4B1B-857A-DEC87684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81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DDD5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098E2-91A1-47BE-9544-74787848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57575"/>
            <a:ext cx="104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CE5A2-6C25-4C2A-903D-B582083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81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DDD5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C6989-977F-4206-BFEB-CAAF3A9F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882F9-8400-4807-AABD-5476375D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7671E-ADED-4B64-93E5-E3C68E0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195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DDD5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FFF9D-A097-48DE-B9CF-C358AF3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902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On ne remonte pas les règles : on simule vers le futur, puis on sélectionne.</a:t>
            </a:r>
          </a:p>
        </p:txBody>
      </p:sp>
    </p:spTree>
    <p:extLst>
      <p:ext uri="{BB962C8B-B14F-4D97-AF65-F5344CB8AC3E}">
        <p14:creationId xmlns:p14="http://schemas.microsoft.com/office/powerpoint/2010/main" val="5531217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918FF-D527-4517-A4AC-6A75F747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0D2D2-38BE-4622-A5D9-E0AE6F2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4AE1F-E51C-4554-94C4-2D8B0549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1522-C482-4840-8CC6-4481F505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575D5-9E29-4360-BAD6-F3582276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Le fitness est une erreur à minimiser.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CAE8E-A165-4A7D-81B0-9CD81D8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3D4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C3D4A"/>
                </a:solidFill>
                <a:latin typeface="Aptos Display"/>
                <a:ea typeface="Aptos Display"/>
                <a:cs typeface="Aptos Display"/>
              </a:rPr>
              <a:t>x4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03967-A737-453E-9A2F-8BA4D426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cellule cible manquante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A0A11-9E9C-4D3C-9C5C-E130C793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58A0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58A00"/>
                </a:solidFill>
                <a:latin typeface="Aptos Display"/>
                <a:ea typeface="Aptos Display"/>
                <a:cs typeface="Aptos Display"/>
              </a:rPr>
              <a:t>x1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69B6C-A02F-4D17-B97E-4BE3D19D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337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cellule en trop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2A814-DA42-4C04-AE3F-7DE0A80B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C4AB6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6C4AB6"/>
                </a:solidFill>
                <a:latin typeface="Aptos Display"/>
                <a:ea typeface="Aptos Display"/>
                <a:cs typeface="Aptos Display"/>
              </a:rPr>
              <a:t>+ distance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BC2C2-E5DC-4C17-87D3-F9E6B7F6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parasite loin de la 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DA80-9797-4EF3-A2B7-D518F867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+0.001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F0017-E611-4989-81E9-0D30568E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départage les grilles chargées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A2B08-5EB1-4BFF-B9AC-29D33BDC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8FAED-4845-492E-B0E6-D2C59FA6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6255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F2F94-314E-43DF-A9E0-1E4B8386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53050"/>
            <a:ext cx="7962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score_tri = erreur_cible + 0.001 * cellules_initiales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EAD5A-F3FA-4967-B62E-62FBBC20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2915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Les cellules manquantes coûtent plus cher pour éviter les solutions presque vides.</a:t>
            </a:r>
          </a:p>
        </p:txBody>
      </p:sp>
    </p:spTree>
    <p:extLst>
      <p:ext uri="{BB962C8B-B14F-4D97-AF65-F5344CB8AC3E}">
        <p14:creationId xmlns:p14="http://schemas.microsoft.com/office/powerpoint/2010/main" val="1515728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668A6-07A4-48F9-922A-A85DC6ED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A1152-4C45-4AD1-A630-7C0E4418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C5F64-D845-4363-BF58-A3B2ED7A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PSEUDO-CODE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8DE10-0F06-43AF-8581-44AEFCE2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84E38-8C7F-452A-BB5F-4D5615B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95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boucle centrale : évaluer, garder, recombiner.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8149D-CE9F-46F9-9026-CEA5092E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94869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595EA-C51E-4851-AC35-4EB2BDB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39776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rPr>
              <a:t>zone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C1FAB-422B-4110-BADA-BF2C4CA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014" y="2362200"/>
            <a:ext cx="208826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&lt;- rectangle_autour(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E774D-6F0C-45A9-A17E-C0B2AF1A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62200"/>
            <a:ext cx="49720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0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58A00"/>
                </a:solidFill>
                <a:latin typeface="Aptos Mono"/>
                <a:ea typeface="Aptos Mono"/>
                <a:cs typeface="Aptos Mono"/>
              </a:rPr>
              <a:t>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E1F57-01AD-42D5-9C9B-468B364B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23622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40674-4590-4A81-8AAC-11A85989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57475"/>
            <a:ext cx="9944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rPr>
              <a:t>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834B3-EF17-4346-B454-1227BE23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2657475"/>
            <a:ext cx="218770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&lt;- candidats_variés()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9D106-3DA0-463D-BB47-FD94DD4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39776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4AB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C4AB6"/>
                </a:solidFill>
                <a:latin typeface="Aptos Mono"/>
                <a:ea typeface="Aptos Mono"/>
                <a:cs typeface="Aptos Mono"/>
              </a:rPr>
              <a:t>pour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097D-717A-4137-89FF-C72A9E7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014" y="3086100"/>
            <a:ext cx="19888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generation = 1..G 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6A788-E60B-477A-A4CD-3B513729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129273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rPr>
              <a:t>  evaluations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7C5F9-72C0-44E6-BF8C-C84B90AD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983" y="3381375"/>
            <a:ext cx="218770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&lt;- simuler_et_scorer(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81343-5447-4F44-82E4-ACF8D0C0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685" y="3381375"/>
            <a:ext cx="9944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0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58A00"/>
                </a:solidFill>
                <a:latin typeface="Aptos Mono"/>
                <a:ea typeface="Aptos Mono"/>
                <a:cs typeface="Aptos Mono"/>
              </a:rPr>
              <a:t>population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2B582-23DA-49BE-BED4-37B66718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095" y="3381375"/>
            <a:ext cx="39776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, X)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692BD-F97A-44F9-AF44-305D6522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9944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rPr>
              <a:t>  meilleur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F1718-71D5-480D-87CE-1022DFA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3676650"/>
            <a:ext cx="328155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&lt;- amélioration_locale(meilleur)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6CDB0-853D-4C57-9565-E58DB9E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71925"/>
            <a:ext cx="39776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4AB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C4AB6"/>
                </a:solidFill>
                <a:latin typeface="Aptos Mono"/>
                <a:ea typeface="Aptos Mono"/>
                <a:cs typeface="Aptos Mono"/>
              </a:rPr>
              <a:t>  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D9770-45CE-4F10-9752-B703771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014" y="3971925"/>
            <a:ext cx="149161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erreur == 0 :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AEC7A-4BE8-44E9-A380-897F6D0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629" y="3971925"/>
            <a:ext cx="69608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59A66"/>
                </a:solidFill>
                <a:latin typeface="Aptos Mono"/>
                <a:ea typeface="Aptos Mono"/>
                <a:cs typeface="Aptos Mono"/>
              </a:rPr>
              <a:t>arrêter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A8A44-B5D7-4956-A6BB-E2B8B66C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9944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rPr>
              <a:t>  nouvelle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E7E4BC-5CF2-4543-B0A5-7721729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4400550"/>
            <a:ext cx="338099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&lt;- élites + injections_aléatoires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2B6CF-9255-44A2-96CB-D846268B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95825"/>
            <a:ext cx="9944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4AB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C4AB6"/>
                </a:solidFill>
                <a:latin typeface="Aptos Mono"/>
                <a:ea typeface="Aptos Mono"/>
                <a:cs typeface="Aptos Mono"/>
              </a:rPr>
              <a:t>  tant que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3C4DA-B600-43DF-AB22-2CDE6CE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4695825"/>
            <a:ext cx="218770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nouvelle pas pleine :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DE6EE-9029-40E0-A64E-00B6B863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9944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A5A7"/>
                </a:solidFill>
                <a:latin typeface="Aptos Mono"/>
                <a:ea typeface="Aptos Mono"/>
                <a:cs typeface="Aptos Mono"/>
              </a:rPr>
              <a:t>    enfant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4A546B-6BF6-44D2-80F4-F55BC098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4991100"/>
            <a:ext cx="357987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&lt;- croisement(tournoi(), tournoi())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B4626A-9531-48EF-8472-727CCC78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19888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mutation_guidee(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59175B-161D-4088-BC91-21F1E15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070" y="5286375"/>
            <a:ext cx="59664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0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58A00"/>
                </a:solidFill>
                <a:latin typeface="Aptos Mono"/>
                <a:ea typeface="Aptos Mono"/>
                <a:cs typeface="Aptos Mono"/>
              </a:rPr>
              <a:t>enfant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D7CDA8-4DCC-4B21-8DBE-72EF0E86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716" y="528637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4198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F9DC8-AA9F-481C-ACEA-8C568F1E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D8947-4B33-4C13-8E4F-A5130AD6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CA7B4-9663-4549-821B-32C31E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OPTIMISATIONS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7A5E4-0272-4973-88C1-E9877B0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E7764-907A-49C5-95B9-3E116772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recherche reste génétique, mais elle est guidée.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714D3-73BD-4254-9A76-8F503288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B9039-C4B0-48F9-8B47-06AC93AA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31923-D69C-4976-A56B-4732CD49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241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on ne cherche pas partout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67B5-478B-4B4A-9DF0-D351B01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4A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CAAA9-C77B-4784-B442-E87CED4C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2F172-D043-4464-B235-65682724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241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densités et bruits variés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46C6D-9253-4488-A36D-654B01B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9050">
            <a:solidFill>
              <a:srgbClr val="159A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56DE2-2344-4668-9E0A-F1FBB556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A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9A66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4902A-94F7-44BB-B2B1-290835F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une grille déjà vue n'est pas resimulée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E0791-77F0-43D5-9B94-2CD3F183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19050">
            <a:solidFill>
              <a:srgbClr val="E58A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F7054-8C55-4FFD-AC18-DBEF5EB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8A00"/>
                </a:solidFill>
                <a:latin typeface="Aptos"/>
                <a:ea typeface="Aptos"/>
                <a:cs typeface="Aptos"/>
              </a:rPr>
              <a:t>Élitisme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84B30-C9A9-4A1E-ACFD-F777B7BE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719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les meilleurs survivent tels quels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408BC-B2F5-4C94-AEC3-0F23F8FE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8D37C-FE1C-4560-8895-8E0C7809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576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A5A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A5A7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4130F-B3E4-4908-A6C7-204D69EC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719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quelques inversions sur le meilleur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CCCD6-C2F7-47B1-AB37-89FE5E3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E"/>
          </a:solidFill>
          <a:ln xmlns:a="http://schemas.openxmlformats.org/drawingml/2006/main" w="19050">
            <a:solidFill>
              <a:srgbClr val="DC3D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9089E-D3ED-4D14-BD8F-06086D4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3D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3D4A"/>
                </a:solidFill>
                <a:latin typeface="Aptos"/>
                <a:ea typeface="Aptos"/>
                <a:cs typeface="Aptos"/>
              </a:rPr>
              <a:t>Stagnation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28E32-7CD9-4C97-B1BA-7CF6DAEA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plus de mutation et d'injection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1763B-6752-4FE7-978E-9E755754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1638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BE326-DEA5-4F07-B4FB-9A3731E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48C11-747C-4750-A315-763D4AA8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8BDC9-0B20-4022-B278-659B398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51B75-084A-4622-B526-26301FCE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2D808-6ECE-4D3B-A7E5-C492F7FE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CF9E8-196B-4B0F-8C5A-B8A6C08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23DC22-B5C5-42AF-B19D-ACEE4987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0153EA-79F2-42BA-A869-94D2F45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43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4784C-4B41-4B68-B7EF-0FB91AED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8525A1-769F-433E-834D-2B71F2FF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43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C32433-4AA3-43E6-B73A-22DF3B83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43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EC71D7-77F8-46A2-81D3-86CAD522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43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BCCFA8-FE6E-4B89-99B3-32BC27D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343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107F3-A45A-4AB3-9EFD-C1732CD5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43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DC91C-69C2-405C-A58B-BB7E9A8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E88C27-C7EC-4C0E-9875-DCFA0924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277C1-06DF-4C4E-9446-EA86FAC5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290B94-DEEC-4EEF-BFDB-A407A204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3E222F-EAE8-44C4-A65D-3EE245B4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D668C8-6151-4EDF-9AD6-1209128E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D2BE77-D750-4CB0-B43D-63615B1D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835853-A6A8-4051-ACE3-AB229A59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63A79D-59FA-47C0-B436-077478BD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CF6052-FBED-40FC-880A-E97C7BF4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74E5E5-143A-408A-BB1F-BE52B269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A59FD5-6ED2-4B0D-8F8C-D80D3FD2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739913-0A9C-483B-8470-5F9B0970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847CCF-A85E-4A05-B6F6-DAF61351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43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10FC12-A484-43A3-9E94-76EA898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94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9F846A-123D-4FD3-B8F4-FEEA5F6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94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D9C14D-133C-4E9C-8113-F3DA663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94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A1ED92-009C-4899-81E8-BB70ACD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94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DE329D-B9B9-4597-8CFF-CB93823C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4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4126D1-4B75-47F3-94F7-00BDB947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94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D06253-EF4C-484F-814B-F4D20C1F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4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139D89-C873-4F9E-9D8B-5471401B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14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3A13A7-AE15-4079-B054-809201C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14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E8C389-CD49-423C-93CA-F2CC6DD1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14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D51B70-3ABD-40D7-8ED6-B6E8D8AC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614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559C62-4CF2-42E2-97E6-5A43B197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14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3C6EBF-A508-426D-A071-64CD237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614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1B5C0A-21F9-4DAA-9004-B3D6D0BD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43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89F9C7-A5AC-47DF-9D0A-A4788DB5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B5FE0A-419E-4C1D-88AA-E151144C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3A5355-40B3-4FDD-9CC5-1E9EB35B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E5478E-C6E8-4EA5-B873-3B2952CE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7BD9B2-9CC0-4741-A4CC-853CD138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0539C6-7A0D-4A58-BF57-9374279F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943C6A-B3BB-4C06-979A-7198C7A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1E59D2-7040-4E92-853E-3957CA7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76850"/>
            <a:ext cx="1009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5342430-206D-471E-8355-83AF62A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387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zone active</a:t>
            </a:r>
          </a:p>
        </p:txBody>
      </p:sp>
    </p:spTree>
    <p:extLst>
      <p:ext uri="{BB962C8B-B14F-4D97-AF65-F5344CB8AC3E}">
        <p14:creationId xmlns:p14="http://schemas.microsoft.com/office/powerpoint/2010/main" val="8956112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5CFF27-E876-4C92-B7C6-66333197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7519B-763F-4140-B4CF-FDFADDCE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D6211-A018-48DF-B228-4159E6F1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COMPLEXITÉ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13FFB-D250-406A-9C2D-94C5B7DF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CF91C-9A83-4579-9C91-CFA1A589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Le coût vient presque entièrement des simulations.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102B0-FEEB-4736-AAFD-1D19A386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C1D49-CB42-4DB1-94C9-0F0A32C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simulation = O(X * 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2ACDA-3968-45A3-A937-676EAD09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5BA2E-A212-4B65-A541-AC6A333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624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génération = O((P + L) * X * 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5A6C6-5D0C-403C-8573-4F3254D2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467BC-D14F-48D4-B90A-2C430D63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739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recherche = O(G * (P + L) * X * 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07434-1817-4CAA-90D4-D57E819C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6B128-797C-4D26-BD83-43A15C62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09800"/>
            <a:ext cx="1619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cellules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C9CE2-1E27-4357-8C26-0ED97C54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669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97288-6B32-4309-8158-14F78199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C4AB6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6C4AB6"/>
                </a:solidFill>
                <a:latin typeface="Aptos Mono"/>
                <a:ea typeface="Aptos Mono"/>
                <a:cs typeface="Aptos Mono"/>
              </a:rPr>
              <a:t>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3DBF4-9D1B-45DC-946A-6FE3377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1619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ADD8E-107D-4146-BFDC-B87DE820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908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39A6F-F9D4-4C6F-8E81-1CAB5EFB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58A00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E58A00"/>
                </a:solidFill>
                <a:latin typeface="Aptos Mono"/>
                <a:ea typeface="Aptos Mono"/>
                <a:cs typeface="Aptos Mono"/>
              </a:rPr>
              <a:t>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3AACD-0F18-4965-91C3-0A719DE8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57600"/>
            <a:ext cx="1619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essais locaux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AD5F5-9E03-4093-B88D-3DFA4B56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147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A7567-8C28-4107-9C1C-0E2CA75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81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9A66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159A66"/>
                </a:solidFill>
                <a:latin typeface="Aptos Mono"/>
                <a:ea typeface="Aptos Mono"/>
                <a:cs typeface="Aptos Mono"/>
              </a:rPr>
              <a:t>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51128-7956-4699-AB25-ADE7ADC4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81500"/>
            <a:ext cx="1619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générations 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1F5CB-0519-41F9-A825-D81B347A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386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6E165-3407-4262-B053-9EBEA4A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054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C3D4A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DC3D4A"/>
                </a:solidFill>
                <a:latin typeface="Aptos Mono"/>
                <a:ea typeface="Aptos Mono"/>
                <a:cs typeface="Aptos Mono"/>
              </a:rPr>
              <a:t>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FD55E1-AAD1-446A-A7F8-BC565AF9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05400"/>
            <a:ext cx="1619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steps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51077-2FB1-4F40-AD4E-B3272A65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625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choisi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A632E7-6A8B-4751-B065-B576321D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3880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Le tri en O(P log P) existe, mais reste secondaire devant les simulations quand X augmente.</a:t>
            </a:r>
          </a:p>
        </p:txBody>
      </p:sp>
    </p:spTree>
    <p:extLst>
      <p:ext uri="{BB962C8B-B14F-4D97-AF65-F5344CB8AC3E}">
        <p14:creationId xmlns:p14="http://schemas.microsoft.com/office/powerpoint/2010/main" val="10413382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09810-A35F-4CCF-8201-7C087619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D0851-AC7D-4661-949D-388CD38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5DE52-30A6-44F7-884C-A85FB4D1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A09BE-4DED-4B3D-A585-4148F9BE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1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5B5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1B0DB-9C0A-4BB1-B30E-2093C11D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À budget comparable, le génétique réutilise ce qu'il apprend.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DF6FE-E3A1-49E3-BDD9-612CFFC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E"/>
          </a:solidFill>
          <a:ln xmlns:a="http://schemas.openxmlformats.org/drawingml/2006/main" w="19050">
            <a:solidFill>
              <a:srgbClr val="DC3D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7D425-5A44-4C0D-A255-8DD998D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861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3D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3D4A"/>
                </a:solidFill>
                <a:latin typeface="Aptos"/>
                <a:ea typeface="Aptos"/>
                <a:cs typeface="Aptos"/>
              </a:rPr>
              <a:t>Brute force aléatoire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AF628-D254-4B1D-8EC6-226A4713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004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teste, oublie, recommence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B3C3D-EACE-46AE-801E-B599D22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9050">
            <a:solidFill>
              <a:srgbClr val="159A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0B76E-BCC3-485C-B4C1-2564F2DC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A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9A66"/>
                </a:solidFill>
                <a:latin typeface="Aptos"/>
                <a:ea typeface="Aptos"/>
                <a:cs typeface="Aptos"/>
              </a:rPr>
              <a:t>Algorithme génétique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53EC6-D8C6-4674-9F4F-2256DC29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04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sélectionne et recombine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99D79-9E61-4502-849E-FEC19ED6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1922E-CCAD-468A-B4DE-90E196AD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Démo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226E2-21C1-47E5-91D6-D168736C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04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5B52"/>
                </a:solidFill>
                <a:latin typeface="Aptos"/>
                <a:ea typeface="Aptos"/>
                <a:cs typeface="Aptos"/>
              </a:rPr>
              <a:t>cible -&gt; origine -&gt; évolution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EE37F-AB72-4D2D-9EBA-13DCB5A9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906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simulation du jeu de la vie devient une fonction d'évaluation pour résoudre un problème inverse.</a:t>
            </a:r>
          </a:p>
        </p:txBody>
      </p:sp>
    </p:spTree>
    <p:extLst>
      <p:ext uri="{BB962C8B-B14F-4D97-AF65-F5344CB8AC3E}">
        <p14:creationId xmlns:p14="http://schemas.microsoft.com/office/powerpoint/2010/main" val="1259225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2026-05-05T15:28:14.4080000Z</dcterms:created>
  <dcterms:modified xsi:type="dcterms:W3CDTF">2026-05-05T15:28:14.4090000Z</dcterms:modified>
</coreProperties>
</file>